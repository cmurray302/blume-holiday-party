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4"/>
    <p:sldMasterId id="2147483672" r:id="rId5"/>
  </p:sldMasterIdLst>
  <p:sldIdLst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E427EC-7491-7443-B9A8-6B5223F936A2}" v="33" dt="2026-09-16T18:30:15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45"/>
  </p:normalViewPr>
  <p:slideViewPr>
    <p:cSldViewPr snapToGrid="0">
      <p:cViewPr varScale="1">
        <p:scale>
          <a:sx n="82" d="100"/>
          <a:sy n="82" d="100"/>
        </p:scale>
        <p:origin x="354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eanor Blagbrough" userId="408f080f-5cf6-4b9d-a808-e45982d96614" providerId="ADAL" clId="{6BE427EC-7491-7443-B9A8-6B5223F936A2}"/>
    <pc:docChg chg="custSel addSld delSld modSld">
      <pc:chgData name="Eleanor Blagbrough" userId="408f080f-5cf6-4b9d-a808-e45982d96614" providerId="ADAL" clId="{6BE427EC-7491-7443-B9A8-6B5223F936A2}" dt="2026-09-16T21:00:46.835" v="35"/>
      <pc:docMkLst>
        <pc:docMk/>
      </pc:docMkLst>
      <pc:sldChg chg="modSp del mod">
        <pc:chgData name="Eleanor Blagbrough" userId="408f080f-5cf6-4b9d-a808-e45982d96614" providerId="ADAL" clId="{6BE427EC-7491-7443-B9A8-6B5223F936A2}" dt="2026-09-16T18:30:15.390" v="11"/>
        <pc:sldMkLst>
          <pc:docMk/>
          <pc:sldMk cId="693230821" sldId="256"/>
        </pc:sldMkLst>
        <pc:spChg chg="mod">
          <ac:chgData name="Eleanor Blagbrough" userId="408f080f-5cf6-4b9d-a808-e45982d96614" providerId="ADAL" clId="{6BE427EC-7491-7443-B9A8-6B5223F936A2}" dt="2026-09-16T18:30:07.047" v="0"/>
          <ac:spMkLst>
            <pc:docMk/>
            <pc:sldMk cId="693230821" sldId="256"/>
            <ac:spMk id="55" creationId="{CD6287A4-6B67-4749-ABFC-1B9F3EE0F24C}"/>
          </ac:spMkLst>
        </pc:spChg>
        <pc:spChg chg="mod">
          <ac:chgData name="Eleanor Blagbrough" userId="408f080f-5cf6-4b9d-a808-e45982d96614" providerId="ADAL" clId="{6BE427EC-7491-7443-B9A8-6B5223F936A2}" dt="2026-09-16T18:30:07.049" v="1"/>
          <ac:spMkLst>
            <pc:docMk/>
            <pc:sldMk cId="693230821" sldId="256"/>
            <ac:spMk id="63" creationId="{8A44D61F-75EB-C64A-82AE-62116299FA97}"/>
          </ac:spMkLst>
        </pc:spChg>
        <pc:spChg chg="mod">
          <ac:chgData name="Eleanor Blagbrough" userId="408f080f-5cf6-4b9d-a808-e45982d96614" providerId="ADAL" clId="{6BE427EC-7491-7443-B9A8-6B5223F936A2}" dt="2026-09-16T18:30:07.049" v="2"/>
          <ac:spMkLst>
            <pc:docMk/>
            <pc:sldMk cId="693230821" sldId="256"/>
            <ac:spMk id="66" creationId="{7A564074-44F1-7043-9EB5-EA0B84D8AC93}"/>
          </ac:spMkLst>
        </pc:spChg>
        <pc:spChg chg="mod">
          <ac:chgData name="Eleanor Blagbrough" userId="408f080f-5cf6-4b9d-a808-e45982d96614" providerId="ADAL" clId="{6BE427EC-7491-7443-B9A8-6B5223F936A2}" dt="2026-09-16T18:30:07.050" v="3"/>
          <ac:spMkLst>
            <pc:docMk/>
            <pc:sldMk cId="693230821" sldId="256"/>
            <ac:spMk id="71" creationId="{8D09ED4E-98DD-8248-ACE0-FAA8319D4AD5}"/>
          </ac:spMkLst>
        </pc:spChg>
        <pc:spChg chg="mod">
          <ac:chgData name="Eleanor Blagbrough" userId="408f080f-5cf6-4b9d-a808-e45982d96614" providerId="ADAL" clId="{6BE427EC-7491-7443-B9A8-6B5223F936A2}" dt="2026-09-16T18:30:07.050" v="4"/>
          <ac:spMkLst>
            <pc:docMk/>
            <pc:sldMk cId="693230821" sldId="256"/>
            <ac:spMk id="74" creationId="{CA8C0FFB-A2C8-0C4F-8572-5B8E5A0CFCD1}"/>
          </ac:spMkLst>
        </pc:spChg>
        <pc:spChg chg="mod">
          <ac:chgData name="Eleanor Blagbrough" userId="408f080f-5cf6-4b9d-a808-e45982d96614" providerId="ADAL" clId="{6BE427EC-7491-7443-B9A8-6B5223F936A2}" dt="2026-09-16T18:30:07.050" v="5"/>
          <ac:spMkLst>
            <pc:docMk/>
            <pc:sldMk cId="693230821" sldId="256"/>
            <ac:spMk id="77" creationId="{3D0F9204-986B-BD44-B90A-F7AC805AB859}"/>
          </ac:spMkLst>
        </pc:spChg>
        <pc:spChg chg="mod">
          <ac:chgData name="Eleanor Blagbrough" userId="408f080f-5cf6-4b9d-a808-e45982d96614" providerId="ADAL" clId="{6BE427EC-7491-7443-B9A8-6B5223F936A2}" dt="2026-09-16T18:30:07.050" v="6"/>
          <ac:spMkLst>
            <pc:docMk/>
            <pc:sldMk cId="693230821" sldId="256"/>
            <ac:spMk id="80" creationId="{767C3492-882F-564C-A071-A0DC949B789F}"/>
          </ac:spMkLst>
        </pc:spChg>
        <pc:spChg chg="mod">
          <ac:chgData name="Eleanor Blagbrough" userId="408f080f-5cf6-4b9d-a808-e45982d96614" providerId="ADAL" clId="{6BE427EC-7491-7443-B9A8-6B5223F936A2}" dt="2026-09-16T18:30:07.050" v="7"/>
          <ac:spMkLst>
            <pc:docMk/>
            <pc:sldMk cId="693230821" sldId="256"/>
            <ac:spMk id="83" creationId="{94431494-CFEF-3F49-89E3-642F03F8ED76}"/>
          </ac:spMkLst>
        </pc:spChg>
        <pc:spChg chg="mod">
          <ac:chgData name="Eleanor Blagbrough" userId="408f080f-5cf6-4b9d-a808-e45982d96614" providerId="ADAL" clId="{6BE427EC-7491-7443-B9A8-6B5223F936A2}" dt="2026-09-16T18:30:07.050" v="8"/>
          <ac:spMkLst>
            <pc:docMk/>
            <pc:sldMk cId="693230821" sldId="256"/>
            <ac:spMk id="86" creationId="{D6E9FA84-1AD1-C04E-8235-91D0DFBDFE8D}"/>
          </ac:spMkLst>
        </pc:spChg>
        <pc:spChg chg="mod">
          <ac:chgData name="Eleanor Blagbrough" userId="408f080f-5cf6-4b9d-a808-e45982d96614" providerId="ADAL" clId="{6BE427EC-7491-7443-B9A8-6B5223F936A2}" dt="2026-09-16T18:30:07.051" v="9"/>
          <ac:spMkLst>
            <pc:docMk/>
            <pc:sldMk cId="693230821" sldId="256"/>
            <ac:spMk id="89" creationId="{2A82245E-B864-A44A-A0F4-711C920BE888}"/>
          </ac:spMkLst>
        </pc:spChg>
      </pc:sldChg>
      <pc:sldChg chg="modSp add del mod">
        <pc:chgData name="Eleanor Blagbrough" userId="408f080f-5cf6-4b9d-a808-e45982d96614" providerId="ADAL" clId="{6BE427EC-7491-7443-B9A8-6B5223F936A2}" dt="2026-09-16T21:00:46.781" v="34"/>
        <pc:sldMkLst>
          <pc:docMk/>
          <pc:sldMk cId="2575905819" sldId="257"/>
        </pc:sldMkLst>
        <pc:spChg chg="mod">
          <ac:chgData name="Eleanor Blagbrough" userId="408f080f-5cf6-4b9d-a808-e45982d96614" providerId="ADAL" clId="{6BE427EC-7491-7443-B9A8-6B5223F936A2}" dt="2026-09-16T18:30:15.440" v="13"/>
          <ac:spMkLst>
            <pc:docMk/>
            <pc:sldMk cId="2575905819" sldId="257"/>
            <ac:spMk id="57" creationId="{10CA8FA5-04C4-5743-8C3C-5390C60B7AEC}"/>
          </ac:spMkLst>
        </pc:spChg>
        <pc:spChg chg="mod">
          <ac:chgData name="Eleanor Blagbrough" userId="408f080f-5cf6-4b9d-a808-e45982d96614" providerId="ADAL" clId="{6BE427EC-7491-7443-B9A8-6B5223F936A2}" dt="2026-09-16T18:30:15.441" v="15"/>
          <ac:spMkLst>
            <pc:docMk/>
            <pc:sldMk cId="2575905819" sldId="257"/>
            <ac:spMk id="65" creationId="{EFD4D742-3A57-CF43-BAE8-CE2B012D0386}"/>
          </ac:spMkLst>
        </pc:spChg>
        <pc:spChg chg="mod">
          <ac:chgData name="Eleanor Blagbrough" userId="408f080f-5cf6-4b9d-a808-e45982d96614" providerId="ADAL" clId="{6BE427EC-7491-7443-B9A8-6B5223F936A2}" dt="2026-09-16T21:00:40.361" v="32"/>
          <ac:spMkLst>
            <pc:docMk/>
            <pc:sldMk cId="2575905819" sldId="257"/>
            <ac:spMk id="66" creationId="{7A564074-44F1-7043-9EB5-EA0B84D8AC93}"/>
          </ac:spMkLst>
        </pc:spChg>
        <pc:spChg chg="mod">
          <ac:chgData name="Eleanor Blagbrough" userId="408f080f-5cf6-4b9d-a808-e45982d96614" providerId="ADAL" clId="{6BE427EC-7491-7443-B9A8-6B5223F936A2}" dt="2026-09-16T18:30:15.441" v="17"/>
          <ac:spMkLst>
            <pc:docMk/>
            <pc:sldMk cId="2575905819" sldId="257"/>
            <ac:spMk id="68" creationId="{E66710B9-0A9D-3A4D-8EC1-7D1DD738391E}"/>
          </ac:spMkLst>
        </pc:spChg>
        <pc:spChg chg="mod">
          <ac:chgData name="Eleanor Blagbrough" userId="408f080f-5cf6-4b9d-a808-e45982d96614" providerId="ADAL" clId="{6BE427EC-7491-7443-B9A8-6B5223F936A2}" dt="2026-09-16T18:30:15.441" v="19"/>
          <ac:spMkLst>
            <pc:docMk/>
            <pc:sldMk cId="2575905819" sldId="257"/>
            <ac:spMk id="73" creationId="{88D89DEF-EDB2-CE4C-B963-13B438DE69D3}"/>
          </ac:spMkLst>
        </pc:spChg>
        <pc:spChg chg="mod">
          <ac:chgData name="Eleanor Blagbrough" userId="408f080f-5cf6-4b9d-a808-e45982d96614" providerId="ADAL" clId="{6BE427EC-7491-7443-B9A8-6B5223F936A2}" dt="2026-09-16T18:30:15.442" v="21"/>
          <ac:spMkLst>
            <pc:docMk/>
            <pc:sldMk cId="2575905819" sldId="257"/>
            <ac:spMk id="76" creationId="{325DB314-90AB-5447-B236-5A8046C80F30}"/>
          </ac:spMkLst>
        </pc:spChg>
        <pc:spChg chg="mod">
          <ac:chgData name="Eleanor Blagbrough" userId="408f080f-5cf6-4b9d-a808-e45982d96614" providerId="ADAL" clId="{6BE427EC-7491-7443-B9A8-6B5223F936A2}" dt="2026-09-16T18:30:15.442" v="23"/>
          <ac:spMkLst>
            <pc:docMk/>
            <pc:sldMk cId="2575905819" sldId="257"/>
            <ac:spMk id="79" creationId="{36532B5A-5EC8-264A-B57F-550DA4CABBD9}"/>
          </ac:spMkLst>
        </pc:spChg>
        <pc:spChg chg="mod">
          <ac:chgData name="Eleanor Blagbrough" userId="408f080f-5cf6-4b9d-a808-e45982d96614" providerId="ADAL" clId="{6BE427EC-7491-7443-B9A8-6B5223F936A2}" dt="2026-09-16T18:30:15.442" v="25"/>
          <ac:spMkLst>
            <pc:docMk/>
            <pc:sldMk cId="2575905819" sldId="257"/>
            <ac:spMk id="82" creationId="{68A6C2BF-4342-7641-AFBC-441B108993F6}"/>
          </ac:spMkLst>
        </pc:spChg>
        <pc:spChg chg="mod">
          <ac:chgData name="Eleanor Blagbrough" userId="408f080f-5cf6-4b9d-a808-e45982d96614" providerId="ADAL" clId="{6BE427EC-7491-7443-B9A8-6B5223F936A2}" dt="2026-09-16T18:30:15.443" v="27"/>
          <ac:spMkLst>
            <pc:docMk/>
            <pc:sldMk cId="2575905819" sldId="257"/>
            <ac:spMk id="85" creationId="{C17B27FD-7886-0645-928B-D8569A235C07}"/>
          </ac:spMkLst>
        </pc:spChg>
        <pc:spChg chg="mod">
          <ac:chgData name="Eleanor Blagbrough" userId="408f080f-5cf6-4b9d-a808-e45982d96614" providerId="ADAL" clId="{6BE427EC-7491-7443-B9A8-6B5223F936A2}" dt="2026-09-16T18:30:15.443" v="29"/>
          <ac:spMkLst>
            <pc:docMk/>
            <pc:sldMk cId="2575905819" sldId="257"/>
            <ac:spMk id="88" creationId="{FAAF30FC-B2B2-2141-80EF-5B66850F8CF1}"/>
          </ac:spMkLst>
        </pc:spChg>
        <pc:spChg chg="mod">
          <ac:chgData name="Eleanor Blagbrough" userId="408f080f-5cf6-4b9d-a808-e45982d96614" providerId="ADAL" clId="{6BE427EC-7491-7443-B9A8-6B5223F936A2}" dt="2026-09-16T18:30:15.443" v="31"/>
          <ac:spMkLst>
            <pc:docMk/>
            <pc:sldMk cId="2575905819" sldId="257"/>
            <ac:spMk id="91" creationId="{1AE551DF-A3C8-724C-852F-6C7507F7A099}"/>
          </ac:spMkLst>
        </pc:spChg>
      </pc:sldChg>
      <pc:sldChg chg="modSp add mod">
        <pc:chgData name="Eleanor Blagbrough" userId="408f080f-5cf6-4b9d-a808-e45982d96614" providerId="ADAL" clId="{6BE427EC-7491-7443-B9A8-6B5223F936A2}" dt="2026-09-16T21:00:46.835" v="35"/>
        <pc:sldMkLst>
          <pc:docMk/>
          <pc:sldMk cId="414677556" sldId="258"/>
        </pc:sldMkLst>
        <pc:spChg chg="mod">
          <ac:chgData name="Eleanor Blagbrough" userId="408f080f-5cf6-4b9d-a808-e45982d96614" providerId="ADAL" clId="{6BE427EC-7491-7443-B9A8-6B5223F936A2}" dt="2026-09-16T21:00:46.835" v="35"/>
          <ac:spMkLst>
            <pc:docMk/>
            <pc:sldMk cId="414677556" sldId="258"/>
            <ac:spMk id="68" creationId="{E66710B9-0A9D-3A4D-8EC1-7D1DD738391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D29E3-E801-FF2E-48D5-8957E248B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4EEBD7-879C-432C-CDCF-CA357023F0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64F06-F693-AD2B-4A79-0F8CA9E1B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F19DA-F484-FB97-2115-AB9D7DD6E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0AD2E-194A-664B-A014-8FC6A9D8E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36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B2BB9-24CC-03B4-4C05-0A9261B9F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6B2DE-9023-9375-EDFD-97B95D29C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0D8F4-FD91-B1F4-1C82-D3B9221D6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8B5CB-91AD-50E3-51B2-E0500F0E5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79132-86FA-33F6-D020-F87511603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36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8683F-FF3A-2302-ECE9-488102EA9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972842-D209-14F5-1AFF-9B25168A3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C946B-3AC3-6BBD-96AB-2200BA1A0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9469D-79E9-C684-06D5-FB96CE950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ED023-0575-9E3E-8E88-489848A20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444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37F24-D0E3-E701-DAF9-975F44808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E237C-73D9-923C-6614-C61BB7BD9D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1805F-3CE7-1F6F-01D7-B91F3F328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B43F1-828E-8772-6453-3B3D7E579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E934B-27AA-7436-F751-F1383E498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5E9AC-6B7C-1FA9-F38A-39C935110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172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32D81-9FD7-A3C6-88AB-6D13AB5FA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2EB69-829B-65A7-C44B-7C6D7E57C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F23BA-E853-726B-EEAA-DE9C8B5E6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A6FBC5-A631-8B03-A323-956A1AF73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F7C91E-8DFA-750A-F328-79BF1140B9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9B5B07-A87B-BBAD-3F57-2003BCBE1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E3ED92-131F-40F2-1054-08B0C14E4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FFC4C7-829C-C606-3B38-7A28384BB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302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2B24C-9496-AE5F-3A5A-1452E0A8D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40ADD-13F3-BE22-53A8-B5D87A495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A821D2-B961-A1A1-694F-DADA6EEB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81925-E2E6-3EC6-AC28-5A053CEA9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218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5054D3-0CF3-8DC9-A27C-B630AA494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5DB17-17CC-06FB-1F23-1449A21F8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BAD9F-44DA-6346-F2BE-37051ADAF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808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26A8A-1A9F-57E0-A144-4028E8649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16BA-24BD-12D3-D15C-8AAC54C30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BB07FB-57CF-B969-E419-0B126294A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3A7A1-A30C-63B4-5E9E-BA5AA6E63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C3873-9E25-F16D-A4E0-22875F5CF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D8488-B97E-6611-0D77-B7993D40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456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11536-044D-1519-45F4-27685EC33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CF8E10-2C64-32DC-741F-A9BF628222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581A45-43FB-9E65-5E95-E9E6636DC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E54E0-9CBA-C491-FC99-73C42CFA0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DC74C-9996-9FF3-8132-387F6BA02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8D3A2-3D69-2415-A049-7336A8B37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909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84E46-4754-71B2-8B53-F594CAFEE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86FB22-8B33-5EA6-EADE-85BF531CA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DD146-4B1E-5A14-CCA3-2158D3D43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590F4-3036-CD51-0933-38372310A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F436D-32DC-E717-1C59-E64DDAFF7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629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5D0119-5048-1346-2720-8967553356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ED4022-6E75-65E7-1724-A6021C5389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9D697-B929-AA17-B1DC-85218B8F9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FE023-60CD-8920-3383-73A361A9D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E54BA-BFB8-CEE1-BB79-A6F46EC5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470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D29E3-E801-FF2E-48D5-8957E248B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4EEBD7-879C-432C-CDCF-CA357023F0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64F06-F693-AD2B-4A79-0F8CA9E1B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0929-8592-D243-884A-3347FDBF73C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F19DA-F484-FB97-2115-AB9D7DD6E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0AD2E-194A-664B-A014-8FC6A9D8E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0516B-59A8-1443-BC91-48A1F69F4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555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B2BB9-24CC-03B4-4C05-0A9261B9F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6B2DE-9023-9375-EDFD-97B95D29C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0D8F4-FD91-B1F4-1C82-D3B9221D6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0929-8592-D243-884A-3347FDBF73C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8B5CB-91AD-50E3-51B2-E0500F0E5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79132-86FA-33F6-D020-F87511603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0516B-59A8-1443-BC91-48A1F69F4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077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8683F-FF3A-2302-ECE9-488102EA9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972842-D209-14F5-1AFF-9B25168A3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C946B-3AC3-6BBD-96AB-2200BA1A0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0929-8592-D243-884A-3347FDBF73C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9469D-79E9-C684-06D5-FB96CE950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ED023-0575-9E3E-8E88-489848A20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0516B-59A8-1443-BC91-48A1F69F4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42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37F24-D0E3-E701-DAF9-975F44808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E237C-73D9-923C-6614-C61BB7BD9D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1805F-3CE7-1F6F-01D7-B91F3F328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B43F1-828E-8772-6453-3B3D7E579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0929-8592-D243-884A-3347FDBF73C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E934B-27AA-7436-F751-F1383E498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5E9AC-6B7C-1FA9-F38A-39C935110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0516B-59A8-1443-BC91-48A1F69F4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592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32D81-9FD7-A3C6-88AB-6D13AB5FA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2EB69-829B-65A7-C44B-7C6D7E57C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F23BA-E853-726B-EEAA-DE9C8B5E6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A6FBC5-A631-8B03-A323-956A1AF73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F7C91E-8DFA-750A-F328-79BF1140B9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9B5B07-A87B-BBAD-3F57-2003BCBE1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0929-8592-D243-884A-3347FDBF73C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E3ED92-131F-40F2-1054-08B0C14E4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FFC4C7-829C-C606-3B38-7A28384BB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0516B-59A8-1443-BC91-48A1F69F4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763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2B24C-9496-AE5F-3A5A-1452E0A8D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40ADD-13F3-BE22-53A8-B5D87A495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0929-8592-D243-884A-3347FDBF73C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A821D2-B961-A1A1-694F-DADA6EEB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81925-E2E6-3EC6-AC28-5A053CEA9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0516B-59A8-1443-BC91-48A1F69F4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3980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5054D3-0CF3-8DC9-A27C-B630AA494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0929-8592-D243-884A-3347FDBF73C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5DB17-17CC-06FB-1F23-1449A21F8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BAD9F-44DA-6346-F2BE-37051ADAF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0516B-59A8-1443-BC91-48A1F69F4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6667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26A8A-1A9F-57E0-A144-4028E8649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16BA-24BD-12D3-D15C-8AAC54C30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BB07FB-57CF-B969-E419-0B126294A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3A7A1-A30C-63B4-5E9E-BA5AA6E63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0929-8592-D243-884A-3347FDBF73C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C3873-9E25-F16D-A4E0-22875F5CF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D8488-B97E-6611-0D77-B7993D40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0516B-59A8-1443-BC91-48A1F69F4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0851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11536-044D-1519-45F4-27685EC33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CF8E10-2C64-32DC-741F-A9BF628222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581A45-43FB-9E65-5E95-E9E6636DC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E54E0-9CBA-C491-FC99-73C42CFA0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0929-8592-D243-884A-3347FDBF73C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DC74C-9996-9FF3-8132-387F6BA02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8D3A2-3D69-2415-A049-7336A8B37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0516B-59A8-1443-BC91-48A1F69F4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822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84E46-4754-71B2-8B53-F594CAFEE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86FB22-8B33-5EA6-EADE-85BF531CA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DD146-4B1E-5A14-CCA3-2158D3D43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0929-8592-D243-884A-3347FDBF73C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590F4-3036-CD51-0933-38372310A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F436D-32DC-E717-1C59-E64DDAFF7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0516B-59A8-1443-BC91-48A1F69F4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9078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5D0119-5048-1346-2720-8967553356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ED4022-6E75-65E7-1724-A6021C5389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9D697-B929-AA17-B1DC-85218B8F9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0929-8592-D243-884A-3347FDBF73C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FE023-60CD-8920-3383-73A361A9D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E54BA-BFB8-CEE1-BB79-A6F46EC5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0516B-59A8-1443-BC91-48A1F69F4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776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78FD6B-590D-FE62-102A-030B547DB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3B595-6B9A-AD34-8D1C-507C2DD74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6C54F-6BF5-B0EA-3FE9-35567986D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5CCDF-FB0D-0ADF-636E-D8819B1FB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B252D-8B22-5A19-F5C6-40E0C70567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80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78FD6B-590D-FE62-102A-030B547DB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3B595-6B9A-AD34-8D1C-507C2DD74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6C54F-6BF5-B0EA-3FE9-35567986D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690929-8592-D243-884A-3347FDBF73C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5CCDF-FB0D-0ADF-636E-D8819B1FB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B252D-8B22-5A19-F5C6-40E0C70567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0516B-59A8-1443-BC91-48A1F69F4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76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979F9680-4520-A64D-B902-FADF11E42B6F}"/>
              </a:ext>
            </a:extLst>
          </p:cNvPr>
          <p:cNvSpPr txBox="1"/>
          <p:nvPr/>
        </p:nvSpPr>
        <p:spPr>
          <a:xfrm>
            <a:off x="508000" y="330200"/>
            <a:ext cx="11176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3000" b="1">
                <a:solidFill>
                  <a:srgbClr val="121212"/>
                </a:solidFill>
              </a:rPr>
              <a:t>Blume Brand Colours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BA5710-2703-1548-B08F-E10438768734}"/>
              </a:ext>
            </a:extLst>
          </p:cNvPr>
          <p:cNvSpPr txBox="1"/>
          <p:nvPr/>
        </p:nvSpPr>
        <p:spPr>
          <a:xfrm>
            <a:off x="508000" y="1168400"/>
            <a:ext cx="342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21212"/>
                </a:solidFill>
              </a:rPr>
              <a:t>BASE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F17E057-1D1A-5F41-A42E-E9CB2381E8CE}"/>
              </a:ext>
            </a:extLst>
          </p:cNvPr>
          <p:cNvSpPr txBox="1"/>
          <p:nvPr/>
        </p:nvSpPr>
        <p:spPr>
          <a:xfrm>
            <a:off x="508000" y="1524000"/>
            <a:ext cx="35306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F5F5F"/>
                </a:solidFill>
              </a:rPr>
              <a:t>Neutral canvas — backgrounds, body text on light surfaces, and the quiet moments of a layout. Charcoal replaces pure black for body text and dark backgrounds.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44EE16A-D6DA-8546-A7D4-4F2D45007A15}"/>
              </a:ext>
            </a:extLst>
          </p:cNvPr>
          <p:cNvSpPr/>
          <p:nvPr/>
        </p:nvSpPr>
        <p:spPr>
          <a:xfrm>
            <a:off x="4368800" y="1270000"/>
            <a:ext cx="812800" cy="38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A9A9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5B54F89-D6A1-7F4C-931D-C30A43C71312}"/>
              </a:ext>
            </a:extLst>
          </p:cNvPr>
          <p:cNvSpPr txBox="1"/>
          <p:nvPr/>
        </p:nvSpPr>
        <p:spPr>
          <a:xfrm>
            <a:off x="4191000" y="1701800"/>
            <a:ext cx="1168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 b="1">
                <a:solidFill>
                  <a:srgbClr val="121212"/>
                </a:solidFill>
              </a:rPr>
              <a:t>White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5EA5FBA-1D3C-4340-91B4-8E52933AFF46}"/>
              </a:ext>
            </a:extLst>
          </p:cNvPr>
          <p:cNvSpPr txBox="1"/>
          <p:nvPr/>
        </p:nvSpPr>
        <p:spPr>
          <a:xfrm>
            <a:off x="4191000" y="1981200"/>
            <a:ext cx="11684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>
                <a:solidFill>
                  <a:srgbClr val="5F5F5F"/>
                </a:solidFill>
              </a:rPr>
              <a:t>#FFFFFF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D6287A4-6B67-4749-ABFC-1B9F3EE0F24C}"/>
              </a:ext>
            </a:extLst>
          </p:cNvPr>
          <p:cNvSpPr/>
          <p:nvPr/>
        </p:nvSpPr>
        <p:spPr>
          <a:xfrm>
            <a:off x="5537200" y="1270000"/>
            <a:ext cx="812800" cy="381000"/>
          </a:xfrm>
          <a:prstGeom prst="rect">
            <a:avLst/>
          </a:prstGeom>
          <a:solidFill>
            <a:srgbClr val="F4F2E5"/>
          </a:solidFill>
          <a:ln w="9525" cap="flat" cmpd="sng" algn="ctr">
            <a:solidFill>
              <a:srgbClr val="C9C9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917064-60A6-8E4C-A98D-E008F48556FF}"/>
              </a:ext>
            </a:extLst>
          </p:cNvPr>
          <p:cNvSpPr txBox="1"/>
          <p:nvPr/>
        </p:nvSpPr>
        <p:spPr>
          <a:xfrm>
            <a:off x="5359400" y="1701800"/>
            <a:ext cx="1168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 b="1">
                <a:solidFill>
                  <a:srgbClr val="121212"/>
                </a:solidFill>
              </a:rPr>
              <a:t>Tan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0CA8FA5-04C4-5743-8C3C-5390C60B7AEC}"/>
              </a:ext>
            </a:extLst>
          </p:cNvPr>
          <p:cNvSpPr txBox="1"/>
          <p:nvPr/>
        </p:nvSpPr>
        <p:spPr>
          <a:xfrm>
            <a:off x="5359400" y="1981200"/>
            <a:ext cx="857927" cy="307777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>
                <a:solidFill>
                  <a:srgbClr val="5F5F5F"/>
                </a:solidFill>
              </a:rPr>
              <a:t>#F4F2E5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AC35ECE-3352-4E40-88DF-0B0F0FC6A67F}"/>
              </a:ext>
            </a:extLst>
          </p:cNvPr>
          <p:cNvSpPr/>
          <p:nvPr/>
        </p:nvSpPr>
        <p:spPr>
          <a:xfrm>
            <a:off x="6705600" y="1270000"/>
            <a:ext cx="812800" cy="381000"/>
          </a:xfrm>
          <a:prstGeom prst="rect">
            <a:avLst/>
          </a:prstGeom>
          <a:solidFill>
            <a:srgbClr val="121212"/>
          </a:solidFill>
          <a:ln w="9525" cap="flat" cmpd="sng" algn="ctr">
            <a:solidFill>
              <a:srgbClr val="C9C9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EF90FD9-7792-4342-85F5-917E4050CBCB}"/>
              </a:ext>
            </a:extLst>
          </p:cNvPr>
          <p:cNvSpPr txBox="1"/>
          <p:nvPr/>
        </p:nvSpPr>
        <p:spPr>
          <a:xfrm>
            <a:off x="6527800" y="1701800"/>
            <a:ext cx="1168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 b="1">
                <a:solidFill>
                  <a:srgbClr val="121212"/>
                </a:solidFill>
              </a:rPr>
              <a:t>Charcoal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5104258-2DB7-DB4D-BDE7-6F519ACB6DC9}"/>
              </a:ext>
            </a:extLst>
          </p:cNvPr>
          <p:cNvSpPr txBox="1"/>
          <p:nvPr/>
        </p:nvSpPr>
        <p:spPr>
          <a:xfrm>
            <a:off x="6527800" y="1981200"/>
            <a:ext cx="11684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>
                <a:solidFill>
                  <a:srgbClr val="5F5F5F"/>
                </a:solidFill>
              </a:rPr>
              <a:t>#121212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A517166-3A8E-C241-AF72-75F5B399E8B6}"/>
              </a:ext>
            </a:extLst>
          </p:cNvPr>
          <p:cNvSpPr txBox="1"/>
          <p:nvPr/>
        </p:nvSpPr>
        <p:spPr>
          <a:xfrm>
            <a:off x="508000" y="2819400"/>
            <a:ext cx="342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21212"/>
                </a:solidFill>
              </a:rPr>
              <a:t>CORE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2DF41E-E80B-8045-9C29-4DA509D30488}"/>
              </a:ext>
            </a:extLst>
          </p:cNvPr>
          <p:cNvSpPr txBox="1"/>
          <p:nvPr/>
        </p:nvSpPr>
        <p:spPr>
          <a:xfrm>
            <a:off x="508000" y="3175000"/>
            <a:ext cx="3530600" cy="9541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5F5F5F"/>
                </a:solidFill>
              </a:rPr>
              <a:t>The dominant brand </a:t>
            </a:r>
            <a:r>
              <a:rPr lang="en-US" sz="1400" dirty="0" err="1">
                <a:solidFill>
                  <a:srgbClr val="5F5F5F"/>
                </a:solidFill>
              </a:rPr>
              <a:t>colours</a:t>
            </a:r>
            <a:r>
              <a:rPr lang="en-US" sz="1400" dirty="0">
                <a:solidFill>
                  <a:srgbClr val="5F5F5F"/>
                </a:solidFill>
              </a:rPr>
              <a:t>. Most applied backgrounds — LinkedIn templates, section dividers, the closing slide — are Sage or Deep Green. 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A44D61F-75EB-C64A-82AE-62116299FA97}"/>
              </a:ext>
            </a:extLst>
          </p:cNvPr>
          <p:cNvSpPr/>
          <p:nvPr/>
        </p:nvSpPr>
        <p:spPr>
          <a:xfrm>
            <a:off x="4368800" y="2946400"/>
            <a:ext cx="812800" cy="381000"/>
          </a:xfrm>
          <a:prstGeom prst="rect">
            <a:avLst/>
          </a:prstGeom>
          <a:solidFill>
            <a:srgbClr val="B0D0C0"/>
          </a:solidFill>
          <a:ln w="9525" cap="flat" cmpd="sng" algn="ctr">
            <a:solidFill>
              <a:srgbClr val="C9C9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7025AC2-68EE-B543-88FB-379D280E297B}"/>
              </a:ext>
            </a:extLst>
          </p:cNvPr>
          <p:cNvSpPr txBox="1"/>
          <p:nvPr/>
        </p:nvSpPr>
        <p:spPr>
          <a:xfrm>
            <a:off x="4191000" y="3378200"/>
            <a:ext cx="1168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 b="1">
                <a:solidFill>
                  <a:srgbClr val="121212"/>
                </a:solidFill>
              </a:rPr>
              <a:t>Sage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D4D742-3A57-CF43-BAE8-CE2B012D0386}"/>
              </a:ext>
            </a:extLst>
          </p:cNvPr>
          <p:cNvSpPr txBox="1"/>
          <p:nvPr/>
        </p:nvSpPr>
        <p:spPr>
          <a:xfrm>
            <a:off x="4191000" y="3657600"/>
            <a:ext cx="926857" cy="307777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>
                <a:solidFill>
                  <a:srgbClr val="5F5F5F"/>
                </a:solidFill>
              </a:rPr>
              <a:t>#B0D0C0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A564074-44F1-7043-9EB5-EA0B84D8AC93}"/>
              </a:ext>
            </a:extLst>
          </p:cNvPr>
          <p:cNvSpPr/>
          <p:nvPr/>
        </p:nvSpPr>
        <p:spPr>
          <a:xfrm>
            <a:off x="5537200" y="2946400"/>
            <a:ext cx="812800" cy="381000"/>
          </a:xfrm>
          <a:prstGeom prst="rect">
            <a:avLst/>
          </a:prstGeom>
          <a:solidFill>
            <a:srgbClr val="123F30"/>
          </a:solidFill>
          <a:ln w="9525" cap="flat" cmpd="sng" algn="ctr">
            <a:solidFill>
              <a:srgbClr val="C9C9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BF60484-001E-B440-AA88-9BA49277E95A}"/>
              </a:ext>
            </a:extLst>
          </p:cNvPr>
          <p:cNvSpPr txBox="1"/>
          <p:nvPr/>
        </p:nvSpPr>
        <p:spPr>
          <a:xfrm>
            <a:off x="5359400" y="3378200"/>
            <a:ext cx="1168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 b="1">
                <a:solidFill>
                  <a:srgbClr val="121212"/>
                </a:solidFill>
              </a:rPr>
              <a:t>Deep Green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66710B9-0A9D-3A4D-8EC1-7D1DD738391E}"/>
              </a:ext>
            </a:extLst>
          </p:cNvPr>
          <p:cNvSpPr txBox="1"/>
          <p:nvPr/>
        </p:nvSpPr>
        <p:spPr>
          <a:xfrm>
            <a:off x="5359400" y="3657600"/>
            <a:ext cx="861133" cy="307777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>
                <a:solidFill>
                  <a:srgbClr val="5F5F5F"/>
                </a:solidFill>
              </a:rPr>
              <a:t>#123F30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0940D8-CD93-A04C-89D6-E12A8DB1A424}"/>
              </a:ext>
            </a:extLst>
          </p:cNvPr>
          <p:cNvSpPr txBox="1"/>
          <p:nvPr/>
        </p:nvSpPr>
        <p:spPr>
          <a:xfrm>
            <a:off x="508000" y="4470400"/>
            <a:ext cx="342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21212"/>
                </a:solidFill>
              </a:rPr>
              <a:t>ACCENT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BA0153-02C0-2747-8F14-4FFB5A6264CB}"/>
              </a:ext>
            </a:extLst>
          </p:cNvPr>
          <p:cNvSpPr txBox="1"/>
          <p:nvPr/>
        </p:nvSpPr>
        <p:spPr>
          <a:xfrm>
            <a:off x="508000" y="4826000"/>
            <a:ext cx="35306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F5F5F"/>
                </a:solidFill>
              </a:rPr>
              <a:t>Optimism, energy, tech. Use sparingly for highlights, data points, icons, charts and callouts — never as the primary background.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D09ED4E-98DD-8248-ACE0-FAA8319D4AD5}"/>
              </a:ext>
            </a:extLst>
          </p:cNvPr>
          <p:cNvSpPr/>
          <p:nvPr/>
        </p:nvSpPr>
        <p:spPr>
          <a:xfrm>
            <a:off x="4318000" y="4597400"/>
            <a:ext cx="812800" cy="381000"/>
          </a:xfrm>
          <a:prstGeom prst="rect">
            <a:avLst/>
          </a:prstGeom>
          <a:solidFill>
            <a:srgbClr val="FFF891"/>
          </a:solidFill>
          <a:ln w="9525" cap="flat" cmpd="sng" algn="ctr">
            <a:solidFill>
              <a:srgbClr val="C9C9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40EE67E-3AD2-2B4B-BB33-0642230CB797}"/>
              </a:ext>
            </a:extLst>
          </p:cNvPr>
          <p:cNvSpPr txBox="1"/>
          <p:nvPr/>
        </p:nvSpPr>
        <p:spPr>
          <a:xfrm>
            <a:off x="4191000" y="5029200"/>
            <a:ext cx="10668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 b="1">
                <a:solidFill>
                  <a:srgbClr val="121212"/>
                </a:solidFill>
              </a:rPr>
              <a:t>Yellow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8D89DEF-EDB2-CE4C-B963-13B438DE69D3}"/>
              </a:ext>
            </a:extLst>
          </p:cNvPr>
          <p:cNvSpPr txBox="1"/>
          <p:nvPr/>
        </p:nvSpPr>
        <p:spPr>
          <a:xfrm>
            <a:off x="4191000" y="5308600"/>
            <a:ext cx="853119" cy="307777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>
                <a:solidFill>
                  <a:srgbClr val="5F5F5F"/>
                </a:solidFill>
              </a:rPr>
              <a:t>#FFF891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A8C0FFB-A2C8-0C4F-8572-5B8E5A0CFCD1}"/>
              </a:ext>
            </a:extLst>
          </p:cNvPr>
          <p:cNvSpPr/>
          <p:nvPr/>
        </p:nvSpPr>
        <p:spPr>
          <a:xfrm>
            <a:off x="5384800" y="4597400"/>
            <a:ext cx="812800" cy="381000"/>
          </a:xfrm>
          <a:prstGeom prst="rect">
            <a:avLst/>
          </a:prstGeom>
          <a:solidFill>
            <a:srgbClr val="DAD7C3"/>
          </a:solidFill>
          <a:ln w="9525" cap="flat" cmpd="sng" algn="ctr">
            <a:solidFill>
              <a:srgbClr val="C9C9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65E8918-1F5F-D24B-9A4A-C08AFF02CFE2}"/>
              </a:ext>
            </a:extLst>
          </p:cNvPr>
          <p:cNvSpPr txBox="1"/>
          <p:nvPr/>
        </p:nvSpPr>
        <p:spPr>
          <a:xfrm>
            <a:off x="5257800" y="5029200"/>
            <a:ext cx="10668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 b="1">
                <a:solidFill>
                  <a:srgbClr val="121212"/>
                </a:solidFill>
              </a:rPr>
              <a:t>Sand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25DB314-90AB-5447-B236-5A8046C80F30}"/>
              </a:ext>
            </a:extLst>
          </p:cNvPr>
          <p:cNvSpPr txBox="1"/>
          <p:nvPr/>
        </p:nvSpPr>
        <p:spPr>
          <a:xfrm>
            <a:off x="5257800" y="5308600"/>
            <a:ext cx="947311" cy="307777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>
                <a:solidFill>
                  <a:srgbClr val="5F5F5F"/>
                </a:solidFill>
              </a:rPr>
              <a:t>#DAD7C3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D0F9204-986B-BD44-B90A-F7AC805AB859}"/>
              </a:ext>
            </a:extLst>
          </p:cNvPr>
          <p:cNvSpPr/>
          <p:nvPr/>
        </p:nvSpPr>
        <p:spPr>
          <a:xfrm>
            <a:off x="6451600" y="4597400"/>
            <a:ext cx="812800" cy="381000"/>
          </a:xfrm>
          <a:prstGeom prst="rect">
            <a:avLst/>
          </a:prstGeom>
          <a:solidFill>
            <a:srgbClr val="BF9E73"/>
          </a:solidFill>
          <a:ln w="9525" cap="flat" cmpd="sng" algn="ctr">
            <a:solidFill>
              <a:srgbClr val="C9C9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83D06FB-D665-E94A-A2B5-40DD1E8B51A8}"/>
              </a:ext>
            </a:extLst>
          </p:cNvPr>
          <p:cNvSpPr txBox="1"/>
          <p:nvPr/>
        </p:nvSpPr>
        <p:spPr>
          <a:xfrm>
            <a:off x="6324600" y="5029200"/>
            <a:ext cx="10668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 b="1">
                <a:solidFill>
                  <a:srgbClr val="121212"/>
                </a:solidFill>
              </a:rPr>
              <a:t>Camel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6532B5A-5EC8-264A-B57F-550DA4CABBD9}"/>
              </a:ext>
            </a:extLst>
          </p:cNvPr>
          <p:cNvSpPr txBox="1"/>
          <p:nvPr/>
        </p:nvSpPr>
        <p:spPr>
          <a:xfrm>
            <a:off x="6324600" y="5308600"/>
            <a:ext cx="872355" cy="307777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>
                <a:solidFill>
                  <a:srgbClr val="5F5F5F"/>
                </a:solidFill>
              </a:rPr>
              <a:t>#BF9E73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67C3492-882F-564C-A071-A0DC949B789F}"/>
              </a:ext>
            </a:extLst>
          </p:cNvPr>
          <p:cNvSpPr/>
          <p:nvPr/>
        </p:nvSpPr>
        <p:spPr>
          <a:xfrm>
            <a:off x="7518400" y="4597400"/>
            <a:ext cx="812800" cy="381000"/>
          </a:xfrm>
          <a:prstGeom prst="rect">
            <a:avLst/>
          </a:prstGeom>
          <a:solidFill>
            <a:srgbClr val="EF8A55"/>
          </a:solidFill>
          <a:ln w="9525" cap="flat" cmpd="sng" algn="ctr">
            <a:solidFill>
              <a:srgbClr val="C9C9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0BC4038-A784-4347-8340-E3C96A1D9802}"/>
              </a:ext>
            </a:extLst>
          </p:cNvPr>
          <p:cNvSpPr txBox="1"/>
          <p:nvPr/>
        </p:nvSpPr>
        <p:spPr>
          <a:xfrm>
            <a:off x="7391400" y="5029200"/>
            <a:ext cx="10668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 b="1">
                <a:solidFill>
                  <a:srgbClr val="121212"/>
                </a:solidFill>
              </a:rPr>
              <a:t>Orange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8A6C2BF-4342-7641-AFBC-441B108993F6}"/>
              </a:ext>
            </a:extLst>
          </p:cNvPr>
          <p:cNvSpPr txBox="1"/>
          <p:nvPr/>
        </p:nvSpPr>
        <p:spPr>
          <a:xfrm>
            <a:off x="7391400" y="5308600"/>
            <a:ext cx="869149" cy="307777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>
                <a:solidFill>
                  <a:srgbClr val="5F5F5F"/>
                </a:solidFill>
              </a:rPr>
              <a:t>#EF8A55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4431494-CFEF-3F49-89E3-642F03F8ED76}"/>
              </a:ext>
            </a:extLst>
          </p:cNvPr>
          <p:cNvSpPr/>
          <p:nvPr/>
        </p:nvSpPr>
        <p:spPr>
          <a:xfrm>
            <a:off x="8585200" y="4597400"/>
            <a:ext cx="812800" cy="381000"/>
          </a:xfrm>
          <a:prstGeom prst="rect">
            <a:avLst/>
          </a:prstGeom>
          <a:solidFill>
            <a:srgbClr val="213E4B"/>
          </a:solidFill>
          <a:ln w="9525" cap="flat" cmpd="sng" algn="ctr">
            <a:solidFill>
              <a:srgbClr val="C9C9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78DE293-B2A7-3C47-AB85-14C1926C993F}"/>
              </a:ext>
            </a:extLst>
          </p:cNvPr>
          <p:cNvSpPr txBox="1"/>
          <p:nvPr/>
        </p:nvSpPr>
        <p:spPr>
          <a:xfrm>
            <a:off x="8458200" y="5029200"/>
            <a:ext cx="10668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 b="1">
                <a:solidFill>
                  <a:srgbClr val="121212"/>
                </a:solidFill>
              </a:rPr>
              <a:t>Petrol Blue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7B27FD-7886-0645-928B-D8569A235C07}"/>
              </a:ext>
            </a:extLst>
          </p:cNvPr>
          <p:cNvSpPr txBox="1"/>
          <p:nvPr/>
        </p:nvSpPr>
        <p:spPr>
          <a:xfrm>
            <a:off x="8458200" y="5308600"/>
            <a:ext cx="873957" cy="307777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>
                <a:solidFill>
                  <a:srgbClr val="5F5F5F"/>
                </a:solidFill>
              </a:rPr>
              <a:t>#213E4B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6E9FA84-1AD1-C04E-8235-91D0DFBDFE8D}"/>
              </a:ext>
            </a:extLst>
          </p:cNvPr>
          <p:cNvSpPr/>
          <p:nvPr/>
        </p:nvSpPr>
        <p:spPr>
          <a:xfrm>
            <a:off x="9652000" y="4597400"/>
            <a:ext cx="812800" cy="381000"/>
          </a:xfrm>
          <a:prstGeom prst="rect">
            <a:avLst/>
          </a:prstGeom>
          <a:solidFill>
            <a:srgbClr val="4C797E"/>
          </a:solidFill>
          <a:ln w="9525" cap="flat" cmpd="sng" algn="ctr">
            <a:solidFill>
              <a:srgbClr val="C9C9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43A6675-5B6E-B74B-A9C6-4268E1F5BB0A}"/>
              </a:ext>
            </a:extLst>
          </p:cNvPr>
          <p:cNvSpPr txBox="1"/>
          <p:nvPr/>
        </p:nvSpPr>
        <p:spPr>
          <a:xfrm>
            <a:off x="9525000" y="5029200"/>
            <a:ext cx="10668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 b="1">
                <a:solidFill>
                  <a:srgbClr val="121212"/>
                </a:solidFill>
              </a:rPr>
              <a:t>Teal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AAF30FC-B2B2-2141-80EF-5B66850F8CF1}"/>
              </a:ext>
            </a:extLst>
          </p:cNvPr>
          <p:cNvSpPr txBox="1"/>
          <p:nvPr/>
        </p:nvSpPr>
        <p:spPr>
          <a:xfrm>
            <a:off x="9525000" y="5308600"/>
            <a:ext cx="889987" cy="307777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>
                <a:solidFill>
                  <a:srgbClr val="5F5F5F"/>
                </a:solidFill>
              </a:rPr>
              <a:t>#4C797E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A82245E-B864-A44A-A0F4-711C920BE888}"/>
              </a:ext>
            </a:extLst>
          </p:cNvPr>
          <p:cNvSpPr/>
          <p:nvPr/>
        </p:nvSpPr>
        <p:spPr>
          <a:xfrm>
            <a:off x="10718800" y="4597400"/>
            <a:ext cx="812800" cy="381000"/>
          </a:xfrm>
          <a:prstGeom prst="rect">
            <a:avLst/>
          </a:prstGeom>
          <a:solidFill>
            <a:srgbClr val="A3E3C2"/>
          </a:solidFill>
          <a:ln w="9525" cap="flat" cmpd="sng" algn="ctr">
            <a:solidFill>
              <a:srgbClr val="C9C9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69D6E24-E2E6-0C4D-9DBA-45EFA6BAF7B2}"/>
              </a:ext>
            </a:extLst>
          </p:cNvPr>
          <p:cNvSpPr txBox="1"/>
          <p:nvPr/>
        </p:nvSpPr>
        <p:spPr>
          <a:xfrm>
            <a:off x="10591800" y="5029200"/>
            <a:ext cx="10668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 b="1">
                <a:solidFill>
                  <a:srgbClr val="121212"/>
                </a:solidFill>
              </a:rPr>
              <a:t>Mint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AE551DF-A3C8-724C-852F-6C7507F7A099}"/>
              </a:ext>
            </a:extLst>
          </p:cNvPr>
          <p:cNvSpPr txBox="1"/>
          <p:nvPr/>
        </p:nvSpPr>
        <p:spPr>
          <a:xfrm>
            <a:off x="10591800" y="5308600"/>
            <a:ext cx="899605" cy="307777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>
                <a:solidFill>
                  <a:srgbClr val="5F5F5F"/>
                </a:solidFill>
              </a:rPr>
              <a:t>#A3E3C2</a:t>
            </a:r>
          </a:p>
        </p:txBody>
      </p:sp>
    </p:spTree>
    <p:extLst>
      <p:ext uri="{BB962C8B-B14F-4D97-AF65-F5344CB8AC3E}">
        <p14:creationId xmlns:p14="http://schemas.microsoft.com/office/powerpoint/2010/main" val="414677556"/>
      </p:ext>
    </p:extLst>
  </p:cSld>
  <p:clrMapOvr>
    <a:masterClrMapping/>
  </p:clrMapOvr>
</p:sld>
</file>

<file path=ppt/theme/theme1.xml><?xml version="1.0" encoding="utf-8"?>
<a:theme xmlns:a="http://schemas.openxmlformats.org/drawingml/2006/main" name="Blume Brand 26">
  <a:themeElements>
    <a:clrScheme name="Blume Brand 26">
      <a:dk1>
        <a:srgbClr val="121212"/>
      </a:dk1>
      <a:lt1>
        <a:srgbClr val="FFFFFF"/>
      </a:lt1>
      <a:dk2>
        <a:srgbClr val="042624"/>
      </a:dk2>
      <a:lt2>
        <a:srgbClr val="F4F2E4"/>
      </a:lt2>
      <a:accent1>
        <a:srgbClr val="A8D1BF"/>
      </a:accent1>
      <a:accent2>
        <a:srgbClr val="FFF880"/>
      </a:accent2>
      <a:accent3>
        <a:srgbClr val="FF8347"/>
      </a:accent3>
      <a:accent4>
        <a:srgbClr val="3C7A7F"/>
      </a:accent4>
      <a:accent5>
        <a:srgbClr val="163F4C"/>
      </a:accent5>
      <a:accent6>
        <a:srgbClr val="C59C6C"/>
      </a:accent6>
      <a:hlink>
        <a:srgbClr val="8FE5C0"/>
      </a:hlink>
      <a:folHlink>
        <a:srgbClr val="DBD7C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lume Brand 26" id="{78FD7853-8887-A442-B8A7-B67B7547B13E}" vid="{F2382EDA-CC26-014E-B04D-1141B178AB03}"/>
    </a:ext>
  </a:extLst>
</a:theme>
</file>

<file path=ppt/theme/theme2.xml><?xml version="1.0" encoding="utf-8"?>
<a:theme xmlns:a="http://schemas.openxmlformats.org/drawingml/2006/main" name="Blume Brand 26 [1785922601960]">
  <a:themeElements>
    <a:clrScheme name="Blume Brand 26">
      <a:dk1>
        <a:srgbClr val="121212"/>
      </a:dk1>
      <a:lt1>
        <a:srgbClr val="FFFFFF"/>
      </a:lt1>
      <a:dk2>
        <a:srgbClr val="042624"/>
      </a:dk2>
      <a:lt2>
        <a:srgbClr val="F4F2E4"/>
      </a:lt2>
      <a:accent1>
        <a:srgbClr val="A8D1BF"/>
      </a:accent1>
      <a:accent2>
        <a:srgbClr val="FFF880"/>
      </a:accent2>
      <a:accent3>
        <a:srgbClr val="FF8347"/>
      </a:accent3>
      <a:accent4>
        <a:srgbClr val="3C7A7F"/>
      </a:accent4>
      <a:accent5>
        <a:srgbClr val="163F4C"/>
      </a:accent5>
      <a:accent6>
        <a:srgbClr val="8FE5C0"/>
      </a:accent6>
      <a:hlink>
        <a:srgbClr val="C59C6C"/>
      </a:hlink>
      <a:folHlink>
        <a:srgbClr val="DBD7C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A062D9D-75F1-5A47-B157-E903DF6EED87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79990f50-37d8-4228-b941-2c822a6a7f87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ca36550-860b-4e53-9d0b-c4d31743ee79">
      <Terms xmlns="http://schemas.microsoft.com/office/infopath/2007/PartnerControls"/>
    </lcf76f155ced4ddcb4097134ff3c332f>
    <TaxCatchAll xmlns="8924e9f5-9f5d-44d7-b4f1-5f066c9d7fb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FB3D5409A4F349A8702842EBE0215E" ma:contentTypeVersion="19" ma:contentTypeDescription="Create a new document." ma:contentTypeScope="" ma:versionID="b7b483b552e4a06184d9d4bacfae952a">
  <xsd:schema xmlns:xsd="http://www.w3.org/2001/XMLSchema" xmlns:xs="http://www.w3.org/2001/XMLSchema" xmlns:p="http://schemas.microsoft.com/office/2006/metadata/properties" xmlns:ns2="2ca36550-860b-4e53-9d0b-c4d31743ee79" xmlns:ns3="8924e9f5-9f5d-44d7-b4f1-5f066c9d7fb7" targetNamespace="http://schemas.microsoft.com/office/2006/metadata/properties" ma:root="true" ma:fieldsID="2792befc6e0a53d8d26b8f864dfe675d" ns2:_="" ns3:_="">
    <xsd:import namespace="2ca36550-860b-4e53-9d0b-c4d31743ee79"/>
    <xsd:import namespace="8924e9f5-9f5d-44d7-b4f1-5f066c9d7f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a36550-860b-4e53-9d0b-c4d31743ee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c4ccd94-4aa0-4532-b79b-f28d97780e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24e9f5-9f5d-44d7-b4f1-5f066c9d7fb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70ff948-d4fe-4bb8-8eeb-9e7af44d9ee3}" ma:internalName="TaxCatchAll" ma:showField="CatchAllData" ma:web="8924e9f5-9f5d-44d7-b4f1-5f066c9d7fb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7EED6C-668A-42F3-A1A4-EBD39EE2CC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CC8A40-FD2F-4D78-8460-817DC2C206B8}">
  <ds:schemaRefs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8924e9f5-9f5d-44d7-b4f1-5f066c9d7fb7"/>
    <ds:schemaRef ds:uri="http://schemas.microsoft.com/office/2006/documentManagement/types"/>
    <ds:schemaRef ds:uri="http://purl.org/dc/terms/"/>
    <ds:schemaRef ds:uri="http://purl.org/dc/dcmitype/"/>
    <ds:schemaRef ds:uri="2ca36550-860b-4e53-9d0b-c4d31743ee79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1286C3B-8BC0-4A6A-8105-60C09E5AE6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a36550-860b-4e53-9d0b-c4d31743ee79"/>
    <ds:schemaRef ds:uri="8924e9f5-9f5d-44d7-b4f1-5f066c9d7f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Blume Brand 26</Template>
  <TotalTime>162</TotalTime>
  <Words>125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Blume Brand 26</vt:lpstr>
      <vt:lpstr>Blume Brand 26 [1785922601960]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Eleanor Blagbrough</dc:creator>
  <cp:lastModifiedBy>Clare Murray</cp:lastModifiedBy>
  <cp:revision>2</cp:revision>
  <dcterms:created xsi:type="dcterms:W3CDTF">2026-08-05T10:01:48Z</dcterms:created>
  <dcterms:modified xsi:type="dcterms:W3CDTF">2026-09-17T14:57:57Z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0x0101004EFB3D5409A4F349A8702842EBE0215E</vt:lpwstr>
  </property>
  <property fmtid="{D5CDD505-2E9C-101B-9397-08002B2CF9AE}" pid="3" name="MediaServiceImageTags">
    <vt:lpwstr/>
  </property>
</Properties>
</file>